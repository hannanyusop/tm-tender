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>
        <p:scale>
          <a:sx n="54" d="100"/>
          <a:sy n="54" d="100"/>
        </p:scale>
        <p:origin x="102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teri Nur Aisyah Binti Abd Rahim" userId="eeb99bbb-1d73-4d51-beea-e089b7ffd4cf" providerId="ADAL" clId="{0C1D9974-DED1-438F-8DE7-7A79C8CB6818}"/>
    <pc:docChg chg="modSld">
      <pc:chgData name="Puteri Nur Aisyah Binti Abd Rahim" userId="eeb99bbb-1d73-4d51-beea-e089b7ffd4cf" providerId="ADAL" clId="{0C1D9974-DED1-438F-8DE7-7A79C8CB6818}" dt="2026-07-23T12:21:02.631" v="0" actId="20577"/>
      <pc:docMkLst>
        <pc:docMk/>
      </pc:docMkLst>
      <pc:sldChg chg="modNotesTx">
        <pc:chgData name="Puteri Nur Aisyah Binti Abd Rahim" userId="eeb99bbb-1d73-4d51-beea-e089b7ffd4cf" providerId="ADAL" clId="{0C1D9974-DED1-438F-8DE7-7A79C8CB6818}" dt="2026-07-23T12:21:02.631" v="0" actId="20577"/>
        <pc:sldMkLst>
          <pc:docMk/>
          <pc:sldMk cId="1266808543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A05D3-40E3-F640-B9FA-0776884DBAA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89300-6D82-1645-BC8C-61B97A99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959B-EED3-7F66-7020-7E391703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B0BF5-6683-8F33-5A1B-95B167299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91663-3261-DA43-290D-A784FCE7C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861D-C6EE-9318-ABD6-7F58B1396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06B0B5-6835-BE47-9BDE-B4ACEC3508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824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FAC0-457E-7C89-F51D-ED9FB40DD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66BD5-DF16-F3EF-933E-2AF9AE480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30683-1DE9-C7A9-9DC2-E9BDF7AF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AAD2-5605-8505-9C12-89AC3384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F0EF0-9CDE-4980-2BC1-263AFE7A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3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BD65-15BA-9BC4-D6AF-4C61A76C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36AE-2A8A-E731-C999-BCC069C6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299D-88EA-AB2C-EF60-CAC453C1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F45D3-3C52-7D3E-2D97-72369E8D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24CE-B758-73FA-0760-4C2E7815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2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FD2F-F548-DE5D-9B91-4B1AD8AB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4184C-62E6-D442-F5A0-182941B14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52F11-AE8E-7F62-9B90-0F09AABD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CA9BD-EFD4-DCD5-9B7F-D1DEEA10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0210A-5ED4-C632-7CE9-A02DFDD7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BEA1-0DB9-1C0F-2C52-24E6FC50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76A6-7688-BD32-F369-4386C11BD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C92A8-3655-6456-0C79-06F627A97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77C05-BC9C-1B46-4932-E437FEC2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1E961-E4F3-6D3B-CF4D-05C01B2F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C6952-9C1C-A713-D526-77FAAB49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2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024E-6002-97E0-C7B3-AAC782F0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DC94-45C7-79E7-68E1-F079CD220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1BADD-F1D7-44C0-53B0-B6154648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F43F4-2953-D527-3693-58D7276AE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67370-A16E-E323-264F-46E0A7EE4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A0DC2-6D92-91BD-4BB7-9659AC64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51ADB-CD99-9A11-5086-802B0584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9B84D-C512-6A60-BC98-4E53A4B5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7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6F3C-A687-46B3-D7E0-4A4466FF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EEA86-FC48-0F6D-BB7A-124BD20A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0B684-01BC-BCB9-B08B-893DE0E2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AF528-7F8C-6647-2C23-F3E305F1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5A7F6-1135-5C5C-6AA2-3610F908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BBFBE-47ED-1E6E-12C9-3EE07656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33D12-8D39-C9F5-6C2D-61D2D972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5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18D9-D97D-6C44-5F1E-82BB5F66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C292-46D5-4343-84A8-AB6393F1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5B384-B487-FB3B-B8F2-FAEDACCF0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BFE2A-F49F-A2A7-1BB9-4EE49893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B0A71-9E38-6306-2BB8-FBD9F1CD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95480-A860-4B3E-AA14-12958DD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1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32CB-D6EF-49C4-E717-582408C7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7008A-46C9-3303-C04F-B2E7C4CB0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56077-9811-4357-FB6C-064262C9A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3CC6C-9033-9830-0D43-54120D9C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59FD1-7C83-FC05-F5B0-B1A9515F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16025-1140-780F-4D4D-61439DB8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9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C926-6FC2-82D5-0F9A-79B46582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AAE10-052C-FCDB-9502-405527442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C923F-3492-8C0B-6B40-FC7B97C0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84CA-3A76-AF69-F5D7-BCB2D2ADF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FC1F-B333-59FC-5280-2C01751F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0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DEEA6-89AF-4E6B-47D4-3D2E77F99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8163E-5EA1-245E-7467-06483221F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06B2F-F859-3376-E737-32F98A0A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A710-EF28-76FE-D953-2C0495BF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B1889-3110-A525-1553-9EF048B3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14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1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963" y="963"/>
          <a:ext cx="963" cy="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19" name="Object 1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3" y="963"/>
                        <a:ext cx="963" cy="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5897" y="645177"/>
            <a:ext cx="9891844" cy="302327"/>
          </a:xfrm>
        </p:spPr>
        <p:txBody>
          <a:bodyPr wrap="square" lIns="0" tIns="0" rIns="0" bIns="0">
            <a:noAutofit/>
          </a:bodyPr>
          <a:lstStyle>
            <a:lvl1pPr>
              <a:defRPr sz="2400" b="0" i="0">
                <a:solidFill>
                  <a:srgbClr val="1300E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51219" y="6500186"/>
            <a:ext cx="2743200" cy="365125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26344-8649-7AE6-1B2A-A298A3F1A59F}"/>
              </a:ext>
            </a:extLst>
          </p:cNvPr>
          <p:cNvGrpSpPr/>
          <p:nvPr userDrawn="1"/>
        </p:nvGrpSpPr>
        <p:grpSpPr>
          <a:xfrm>
            <a:off x="0" y="313874"/>
            <a:ext cx="1145372" cy="313367"/>
            <a:chOff x="0" y="958109"/>
            <a:chExt cx="1888670" cy="516766"/>
          </a:xfrm>
        </p:grpSpPr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6F6042CD-3826-9865-169C-96B5060F9D4B}"/>
                </a:ext>
              </a:extLst>
            </p:cNvPr>
            <p:cNvSpPr/>
            <p:nvPr/>
          </p:nvSpPr>
          <p:spPr>
            <a:xfrm>
              <a:off x="0" y="958620"/>
              <a:ext cx="1887324" cy="516255"/>
            </a:xfrm>
            <a:custGeom>
              <a:avLst/>
              <a:gdLst/>
              <a:ahLst/>
              <a:cxnLst/>
              <a:rect l="l" t="t" r="r" b="b"/>
              <a:pathLst>
                <a:path w="1780539" h="487044">
                  <a:moveTo>
                    <a:pt x="1780050" y="0"/>
                  </a:moveTo>
                  <a:lnTo>
                    <a:pt x="0" y="0"/>
                  </a:lnTo>
                  <a:lnTo>
                    <a:pt x="0" y="486634"/>
                  </a:lnTo>
                  <a:lnTo>
                    <a:pt x="1780050" y="486634"/>
                  </a:lnTo>
                  <a:lnTo>
                    <a:pt x="1780050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DD75D34-BD64-5C50-2D4D-1C4C661F7805}"/>
                </a:ext>
              </a:extLst>
            </p:cNvPr>
            <p:cNvGrpSpPr/>
            <p:nvPr/>
          </p:nvGrpSpPr>
          <p:grpSpPr>
            <a:xfrm>
              <a:off x="858870" y="958109"/>
              <a:ext cx="516376" cy="516374"/>
              <a:chOff x="849173" y="1053123"/>
              <a:chExt cx="516376" cy="516374"/>
            </a:xfrm>
          </p:grpSpPr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30639860-6D99-1C8A-9F00-6F6FA802A4C3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CBA4D102-41C2-58FF-BA76-365FC02D8C29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7" name="object 22">
                <a:extLst>
                  <a:ext uri="{FF2B5EF4-FFF2-40B4-BE49-F238E27FC236}">
                    <a16:creationId xmlns:a16="http://schemas.microsoft.com/office/drawing/2014/main" id="{DFFE7C66-DBEF-C630-6A95-6066FB0B1CE1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D1CC1892-7866-2FC6-1CB6-0953E8B6DE42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77E5C48-1677-A6CA-AA11-93849E796909}"/>
                </a:ext>
              </a:extLst>
            </p:cNvPr>
            <p:cNvGrpSpPr/>
            <p:nvPr/>
          </p:nvGrpSpPr>
          <p:grpSpPr>
            <a:xfrm flipH="1">
              <a:off x="1372294" y="958109"/>
              <a:ext cx="516376" cy="516374"/>
              <a:chOff x="849173" y="1053123"/>
              <a:chExt cx="516376" cy="516374"/>
            </a:xfrm>
          </p:grpSpPr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7AE670AD-5405-AAA7-6343-7B41A83EED77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FBDD15AD-4A6D-52F3-C6E9-BBEFB6F59BB9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0BE1D756-E45F-4280-4F18-F12AAFA7CFF8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75456E9D-5385-226A-C73C-1CA01A7F46CB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 sz="1092"/>
              </a:p>
            </p:txBody>
          </p:sp>
        </p:grpSp>
      </p:grp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A3A804E0-9E16-158D-DBF9-10CD7EFBE74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641" y="-513090"/>
            <a:ext cx="1956846" cy="156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897B6-E5EB-D494-27C1-F8D93B16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B42C3-282F-4BA5-8351-E46DD0635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CAFD2-D294-7F72-1806-1F4F618A2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E2950-2C87-8348-B3B0-EFD592BD71B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9CF15-F02D-B5F3-FBED-84D35705C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06930-3E12-04AE-13A8-3BD41C043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30A1C-A168-1643-A509-AD46226DC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CABAF-E466-FDDB-FDE0-EBCD113E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35">
            <a:extLst>
              <a:ext uri="{FF2B5EF4-FFF2-40B4-BE49-F238E27FC236}">
                <a16:creationId xmlns:a16="http://schemas.microsoft.com/office/drawing/2014/main" id="{52FA01F4-B274-2CEE-EC8F-F7DADDB83640}"/>
              </a:ext>
            </a:extLst>
          </p:cNvPr>
          <p:cNvSpPr txBox="1">
            <a:spLocks/>
          </p:cNvSpPr>
          <p:nvPr/>
        </p:nvSpPr>
        <p:spPr>
          <a:xfrm>
            <a:off x="1271577" y="199438"/>
            <a:ext cx="9121360" cy="624106"/>
          </a:xfrm>
          <a:prstGeom prst="rect">
            <a:avLst/>
          </a:prstGeom>
        </p:spPr>
        <p:txBody>
          <a:bodyPr vert="horz" wrap="square" lIns="0" tIns="8470" rIns="0" bIns="0" rtlCol="0" anchor="ctr">
            <a:spAutoFit/>
          </a:bodyPr>
          <a:lstStyle>
            <a:defPPr>
              <a:defRPr lang="en-US"/>
            </a:defPPr>
            <a:lvl1pPr marL="7701" algn="l" defTabSz="554440" rtl="0" eaLnBrk="1" latinLnBrk="0" hangingPunct="1">
              <a:lnSpc>
                <a:spcPct val="90000"/>
              </a:lnSpc>
              <a:spcBef>
                <a:spcPts val="67"/>
              </a:spcBef>
              <a:buNone/>
              <a:defRPr sz="1698" b="1" i="0" kern="0" spc="55">
                <a:solidFill>
                  <a:srgbClr val="1300E2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marL="7701" marR="0" lvl="0" indent="0" algn="l" defTabSz="554440" rtl="0" eaLnBrk="1" fontAlgn="auto" latinLnBrk="0" hangingPunct="1">
              <a:lnSpc>
                <a:spcPct val="100000"/>
              </a:lnSpc>
              <a:spcBef>
                <a:spcPts val="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000" b="1" i="0" u="none" strike="noStrike" kern="0" cap="none" spc="55" normalizeH="0" baseline="0" noProof="0" dirty="0">
                <a:ln>
                  <a:noFill/>
                </a:ln>
                <a:solidFill>
                  <a:srgbClr val="1300E2"/>
                </a:solidFill>
                <a:effectLst/>
                <a:uLnTx/>
                <a:uFillTx/>
                <a:latin typeface="Arial Black" panose="020B0604020202020204" pitchFamily="34" charset="0"/>
                <a:ea typeface="+mj-ea"/>
              </a:rPr>
              <a:t>FALCON BIG 2.0 Programme: Reference Baseline for Solution Design and BOQ</a:t>
            </a:r>
            <a:endParaRPr kumimoji="0" lang="en-GB" sz="2000" b="1" i="0" u="none" strike="noStrike" kern="0" cap="none" spc="55" normalizeH="0" baseline="0" noProof="0" dirty="0">
              <a:ln>
                <a:noFill/>
              </a:ln>
              <a:solidFill>
                <a:srgbClr val="1300E2"/>
              </a:solidFill>
              <a:effectLst/>
              <a:uLnTx/>
              <a:uFillTx/>
              <a:latin typeface="Arial Black" panose="020B0604020202020204" pitchFamily="34" charset="0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E6BEA-943D-EC04-A8FC-E2D96FDCD95B}"/>
              </a:ext>
            </a:extLst>
          </p:cNvPr>
          <p:cNvSpPr txBox="1"/>
          <p:nvPr/>
        </p:nvSpPr>
        <p:spPr>
          <a:xfrm>
            <a:off x="154258" y="1047448"/>
            <a:ext cx="24226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This illustrative diagram establishes a common reference baseline for Proposers to develop a technically feasible, resilient and scalable solution, supported by an itemised BOQ.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C8C8D90-77F9-6971-054F-ED8BD206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784" y="947900"/>
            <a:ext cx="9254837" cy="574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08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40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Hibatul Azizi Bin Hisyam Ng</dc:creator>
  <cp:lastModifiedBy>Puteri Nur Aisyah Binti Abd Rahim</cp:lastModifiedBy>
  <cp:revision>3</cp:revision>
  <dcterms:created xsi:type="dcterms:W3CDTF">2026-07-23T11:26:16Z</dcterms:created>
  <dcterms:modified xsi:type="dcterms:W3CDTF">2026-07-23T12:21:13Z</dcterms:modified>
</cp:coreProperties>
</file>